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13716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창신 프로젝트 · AX-2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9728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지능형 스케줄러</a:t>
            </a:r>
            <a:endParaRPr lang="en-US" sz="5400" dirty="0"/>
          </a:p>
          <a:p>
            <a:pPr marL="0" indent="0">
              <a:buNone/>
            </a:pPr>
            <a:r>
              <a:rPr lang="en-US" sz="2800" dirty="0">
                <a:solidFill>
                  <a:srgbClr val="CFE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중학생도 알아듣는 쉬운 설명서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“주문이 들어오면, 언제 만들고 언제 배송할지 AI가 자동으로 계산·관리하는 시스템”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F4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AX-2가 책임지는 4개의 모듈과 전체 업무 흐름을 한 번에 정리했습니다.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5669280" cy="123444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84632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독자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(PM · 백엔드 · 프론트)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목적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업무 흐름과 4개 모듈을 쉽게 이해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[모니터 딜로이트] AX-2 지능형 스케줄러 워크플로우 v6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32720" y="4846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0" y="484632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쉬운버전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AX-2가 도대체 뭐 하는 거야?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23444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0972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“학교 시간표 + 택배 배송 현황판 + 가계부”가 하나로 합쳐진 시스템.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주문(수주)이 들어오면, 언제까지 만들 수 있는지 자동으로 알려주고 → 공장/외주처에 일감을 뿌리고 → 매일 지켜지는지 지켜보고 → 배송 트럭까지 잡아주고 → 돈 정산도 해준다.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2697480" cy="109728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예측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4663440"/>
            <a:ext cx="868680" cy="0"/>
          </a:xfrm>
          <a:prstGeom prst="line">
            <a:avLst/>
          </a:prstGeom>
          <a:noFill/>
          <a:ln w="19050">
            <a:solidFill>
              <a:srgbClr val="0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00600"/>
            <a:ext cx="23317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들어오면 언제까지 만들 수 있는지 자동 계산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64408" y="31089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3108960"/>
            <a:ext cx="2697480" cy="109728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33832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38862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관리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78808" y="4663440"/>
            <a:ext cx="868680" cy="0"/>
          </a:xfrm>
          <a:prstGeom prst="line">
            <a:avLst/>
          </a:prstGeom>
          <a:noFill/>
          <a:ln w="19050">
            <a:solidFill>
              <a:srgbClr val="1E42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4800600"/>
            <a:ext cx="23317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외주처에 일감 뿌리고 매일 진행 상황 추적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71616" y="31089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3108960"/>
            <a:ext cx="26974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33832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71616" y="38862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· 배차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86016" y="4663440"/>
            <a:ext cx="8686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4800600"/>
            <a:ext cx="23317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트럭 · 창고 · 입고 예약까지 자동 슬롯 생성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78824" y="310896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78824" y="3108960"/>
            <a:ext cx="2697480" cy="10972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78824" y="3383280"/>
            <a:ext cx="2697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78824" y="388620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· 정산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793224" y="4663440"/>
            <a:ext cx="868680" cy="0"/>
          </a:xfrm>
          <a:prstGeom prst="line">
            <a:avLst/>
          </a:prstGeom>
          <a:noFill/>
          <a:ln w="19050">
            <a:solidFill>
              <a:srgbClr val="F4B9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61704" y="4800600"/>
            <a:ext cx="23317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· 공제 · 거래명세표까지 자동 정산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등장인물 · 핵심 용어 먼저 알고 가기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일하는 팀 (등장인물)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7830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주문을 따와서 시스템에 입력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21992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생산관리팀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22199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“컨트롤 타워” · 일정 짜고 외주에 뿌리고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6090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660904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물건을 만드는 협력 업체 (A, B, C…)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9816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09981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불량인지 아닌지 판정 · Go/No Go 결정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38728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53872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· 배차 · 창고 예약 담당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977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정산 · 발주 · 공제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16552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16552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금형관리팀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441655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 상태와 메인터넌스 관리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55464"/>
            <a:ext cx="91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5546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ODM / 고객사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4855464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완제품을 납품받는 최종 업체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알아야 할 용어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178308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(受注)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“주문 받기” — 고객사가 물건 만들어달라고 주문한 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13055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종류 하나하나의 고유 ID (예: SKU A = ○○모델 빨강)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478024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Bill of Materials — 완제품 1개 만들 때 필요한 부품 · 재료 리스트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82549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WIP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In Progress — 만드는 중인 반제품 (완성되지 않은 상태)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172968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“언제까지 줄게요” 약속한 날짜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52044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공정을 대신 만들어 주는 협력 업체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86791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/ T1 / T2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개발 단계 (0차 · 1차 · 2차 시제품)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215384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공제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정산할 때 제품 불량/재생산 이유로 금액을 깎는 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56285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업무 관리 시스템 (주문 · 재고 · 발주 등)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910328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PDA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들고 다니는 바코드/QR 스캐너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(1/2)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받기부터 생산 계획 확정까지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103120" cy="41148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접수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영업팀이 주문을 받아 ERP에 입력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(SKU · 수량 · 원하는 납기일)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78608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554480"/>
            <a:ext cx="2103120" cy="41148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예측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AX-2가 현재 공장 상황을 보고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날까진 가능”이라고 자동 계산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82896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1554480"/>
            <a:ext cx="21031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생산관리팀 확정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02936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확정 → 외주처 배정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(신제품은 반드시 조립처 지정)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87184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0064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1554480"/>
            <a:ext cx="21031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61504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전달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7224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외주처에 “○월○일까지 이 수량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줄 수 있나요?” 자동 요청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91472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4352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1554480"/>
            <a:ext cx="210312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65792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컨펌 → 확정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11512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회신 취합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최종 확정 → ERP 자동 반영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40480"/>
            <a:ext cx="91440" cy="256032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319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단계에서 개발팀이 꼭 기억할 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44074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34340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수작업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엑셀로 일일이 정리 → 카톡으로 외주처에 전송 → 회신 받아 다시 ERP에 수기 입력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47914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7274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목표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수주만 들어오면 예상 납기일 자동 계산, 외주처 자동 발주/회신까지 시스템 한 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" y="517550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5111496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전제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마스터에 “어느 외주처가 만드는지” 등 메타데이터가 깨끗해야 가동 가능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" y="555955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5495544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케이스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 T0 · T1 · T2 일자 기입 → 금형업체 컨펌 → 그 이후 일반 생산 프로세스와 동일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5943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5879592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 케이스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수주번호 하위번호로 생성, 품질·구매와 공제 로직 연동 (별도 확인 필요)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(2/2)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진행 관리 · 물류 · 정산까지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103120" cy="41148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확정 계획 전달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외주처에 오늘의 발주 현황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임박한 건 컨펌 요청 자동 발송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78608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554480"/>
            <a:ext cx="2103120" cy="41148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조정 · 품질 판정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98648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지킬 땐 즉시 조정 요청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WIP 불량 애매하면 품질팀에 즉시 판정 요청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82896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5776" y="1554480"/>
            <a:ext cx="21031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슬롯 자동 생성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02936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일정 기반으로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배차/창고예약 빈자리(슬롯) 자동 생성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87184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0064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1554480"/>
            <a:ext cx="21031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61504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 · 입고 예약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7224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자재팀이 트럭 번호 · ODM 창고 예약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등 필수 정보 기입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91472" y="2468880"/>
            <a:ext cx="164592" cy="182880"/>
          </a:xfrm>
          <a:prstGeom prst="rt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4352" y="1554480"/>
            <a:ext cx="2103120" cy="201168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74352" y="1554480"/>
            <a:ext cx="2103120" cy="411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1554480"/>
            <a:ext cx="2103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65792" y="205740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11512" y="2606040"/>
            <a:ext cx="18288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· 납품 · 공제 내역 자동 취합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외주/생관/구매 컨펌 후 정산 완료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40480"/>
            <a:ext cx="91440" cy="2560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93192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실제로 일어나는 일 (왜 AX-2가 필요한가)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4407408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343400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관리 수작업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진도 엑셀 → 회신 → ERP 수기 재입력에 매일 반나절 이상 소요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4791456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7274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놓치는 일정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카톡으로 일정 조정/품질 판정 요청 주고받다가 빠지는 건이 발생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" y="5175504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5111496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뒤늦은 품질 이슈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WIP 입고 후 검수 안 된 채 생산 직전에 열어보고 “이거 불량” 뒤늦게 발견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" y="5559552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5495544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미예약 사고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ODM 창고에 입고 예약 안 하면 받아주지 않음 — 월 몇 건 납기 지연 발생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594360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5879592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누락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누락/생관 체크 누락으로 완료 처리 안 된 건이 월 5~6회 발생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개요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만들어야 하는 4개 모듈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09728" cy="233172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예측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36829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주체 · 영업팀 수주 → 생산관리팀이 즉시 활용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수주가 들어오면 현재 공장 상황과 기존 계획을 보고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“언제까지 가능한지”를 자동 계산·회신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메타데이터 정합성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기수주/생산계획 반영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지연일 자동 계산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508760"/>
            <a:ext cx="109728" cy="233172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6459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4592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96596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관리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36829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주체 · 생산관리팀 ↔ 외주처(다수)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243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외주처에 일감을 뿌리고 매일 진행상황을 추적.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임박/품질 이슈는 자동 노티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 발주 자동화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8388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확정 계획 전달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75520" y="33832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33832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임박 컨펌·품질 Go/No Go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23360"/>
            <a:ext cx="109728" cy="2331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1605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16052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48056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· 배차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1520" y="488289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주체 · 자재팀 중심 · 외주처/ODM 연결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1389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일정 기반으로 트럭/창고/QR 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슬롯을 자동 생성하고 놓치면 자동 경고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물류 유형 자동 구분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ODM 창고 예약 노티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· QR 첨부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40233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4023360"/>
            <a:ext cx="109728" cy="2331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0" y="41605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4160520"/>
            <a:ext cx="1097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92240" y="448056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· 정산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492240" y="488289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주체 · 구매팀 · 생산관리팀 · 외주처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5138928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수주/납품/공제 내역을 자동 집계해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3자 컨펌만 받으면 정산이 마무리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기반 정산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8388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공제 로직(품질/재생산)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875520" y="5897880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589788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3자 컨펌 프로세스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 예측 모듈  |  “언제까지 가능한가요?”를 1초 안에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9728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수주가 들어오면 현재 공장 캐파 · 기수주 계획을 보고 예상 납기일을 자동 계산해 알려주는 모듈.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현장 장면 (Before)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486400" cy="14173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영업이 수주를 받으면 생산관리팀이 엑셀로 기존 계획을 펼쳐본다.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외주처 상황을 전화·카톡으로 물어본 뒤에야 “언제쯤 됩니다”를 대답.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SKU 마스터가 낡아서 실제 생산처와 다른 경우가 잦다.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신제품은 조립처 지정이 빠져 시스템에 입력되지 않는다.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적용 후 (After)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486400" cy="141732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수주 입력 즉시 “SKU A는 4주차까지 기수주 꽉 참, 그 이후 +n일 지연” 자동 회신.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SKU 마스터와 기수주 계획을 실시간 참조.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신제품 케이스는 생산관리가 조립처를 반드시 지정하도록 강제.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영업이 외주처를 잘못 입력해도 즉시 드롭다운에서 조정 가능.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개발팀이 구현해야 할 기능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7589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7433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1947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 입력 폼: SKU · 수량 · 희망납기 입력 시 예상 납기 즉시 반환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943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3951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 · 기수주 · 내부 생산계획 연동 (실시간 참조)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144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5955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플로우: 개발팀 T0/T1/T2 일자 입력 → 금형업체 컨펌 → 일반 생산 플로우 진입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934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7959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 플로우: 원수주번호의 하위번호 자동 생성 · 스케줄 타이트 적용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62544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19963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변경 시 ERP/SKU 마스터 메타 자동 동기화 (권한 체크 포함)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5262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시 반드시 체크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4828032"/>
            <a:ext cx="347472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9194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 데이터 클렌징이 선결 조건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528523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초기엔 실시간 피딩 없이 배치 기반으로 시작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56509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축적 후 ML 기반 고도화는 2단계로 분리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601675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기입 권한/책임 부서 확정 필요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관리 모듈  |  외주처에 자동 발주 · 매일 추적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9728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계획 수립 → 외주처 컨펌 → 확정 → 매일 진행상황 추적 → 납기/품질 이슈 대응까지 자동화.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현장 장면 (Before)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486400" cy="14173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생산관리팀이 엑셀에 SKU·수량·납기일을 적어 카톡으로 외주처에 배포.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외주처 회신을 일일이 받아 ERP에 수기 입력 — 거의 하루 소요.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납기 임박 건은 ERP가 빨개져야 알아차리고 뒤늦게 컨펌.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품질 애매한 건도 카톡으로 사진 돌려 판정 요청 → 자주 누락.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적용 후 (After)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486400" cy="141732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수주 확정 즉시 외주처별 발주서 자동 생성 및 전송.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외주처는 납기 가능 여부만 시스템에 체크 → ERP에 확정계획 자동 반영.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임박한 건은 D-n일 자동 컨펌 요청 · 당일 납품 여부 · 납품 수량·거래명세표 업로드.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WIP 품질 이슈는 사진·동영상 첨부 후 품질팀이 Go/No Go 판정 + 방문 일정 기록.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개발팀이 구현해야 할 기능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7589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7433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1947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(5)/(6)/(8) 생산 계획 전달-컨펌-확정의 ERP 자동 입력 파이프라인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943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3951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(13) 매일 확정 생산 계획 전달 — 임박 건 별도 알람, 명일/당일 납기 컨펌 요청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144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5955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(14) 납기 조정 요청 기능: 외주처가 못 지키겠다 선택 시 즉시 (17) 스케줄 재조정 트리거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934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7959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판정 요청 기능: 상세 · 사진/동영상 첨부, 품질팀 Go/No Go + 방문 필요 시 일정 기입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62544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19963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 당일 마감 시점: 납품 수량 · 거래명세표 · 검수 결과 · 미수령 시 전공정/생관 노티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5262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시 반드시 체크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4828032"/>
            <a:ext cx="347472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9194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공정별 “며칠 전 컨펌” 기준 실무진 확인 필요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528523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수입검사 미진행 외주처 많음 — 노티 정책 현실성 검토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56509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전공정↔후공정 수량 불일치 자동 노티 로직 정의 필요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601675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 독단 판정 케이스 방지 장치 설계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· 배차 관리 모듈  |  트럭 · 창고 · QR까지 한 번에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86868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36192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9728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생산 일정 기반으로 물류 슬롯을 자동 생성하고, 물류 유형별 필수 정보(거래명세표 · QR · 창고예약)를 빠짐없이 기입하도록 돕는 모듈.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10972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물류 유형별 필수 정보 · 노티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2788920"/>
          <a:ext cx="11247120" cy="2523744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93776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물류 유형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정보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노티(알림) 기능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창신 → 외주처 (반제품)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PDA 기반 전표 데이터, QR, 배차 여부 (트럭번호 · 운반자 연락처)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창신에서 반제품 생산 후 3일간 출고 없으면 외주업체에 배차 필요 여부 확인 노티 · 확정 시 자재팀 노티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외주처 → 외주처 (반제품)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거래명세서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외주처 → 창신 (반제품/완제품)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거래명세서 · 창신 검수 완료 여부 · 반품 여부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품질/수량 부족 등으로 반품 시 생산관리팀에 노티 → 생산 일정 즉시 재조정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외주처 → 고객사 (완제품)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거래명세서 · QR(ODM/브랜드사 입고용) · ODM 창고 예약 내역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ODM 예약 전 D-7/3/1 노티, 예약 후 정보 미기입 시 자재팀 별도 노티, 납기 전일 15시까지 거래명세서 미등록 시 노티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2A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창신 → 고객사 (완제품)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거래명세서 · QR(ODM/브랜드사 입고용) · ODM 창고 예약 내역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ODM 예약 전 D-7/3/1 노티, 예약 후 정보 미기입 시 자재팀 별도 노티</a:t>
                      </a:r>
                      <a:endParaRPr lang="en-US" sz="1000" dirty="0">
                        <a:latin typeface="Malgun Gothic" pitchFamily="34" charset="0"/>
                        <a:ea typeface="Malgun Gothic" pitchFamily="34" charset="0"/>
                        <a:cs typeface="Malgun Gothic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5760720"/>
            <a:ext cx="91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806440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시 체크  </a:t>
            </a: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간 이동은 대부분 자체 트럭/소량 → 슬롯 생성 범위는 “창신 In/Out + 완제품 납품”으로 제한 검토. 외주처 PDA 활용 가능 여부 · 창신 입고 시 불량/수량 부족 ERP 미입력 이슈 확인 필요.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· 정산 모듈  |  BOM · 공제 · 거래명세표까지 자동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9728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수주/납품/공제 내역을 시스템이 자동 집계해 외주처 · 생산관리 · 구매팀 3자가 컨펌만 하면 정산이 마무리.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현장 장면 (Before)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486400" cy="14173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생산관리팀이 수기로 발주 내역을 구매팀에 전달하고 정산 요청.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거래명세표 누락/체크 누락으로 “완료 처리” 못 한 건이 월 5~6회.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재생산 공제/품질 귀책 공제 로직이 문서로 흩어져 있고 담당자마다 해석 다름.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구매팀 정산 건당 10~20분이지만, 추적·확인 시간 포함 시 훨씬 커짐.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적용 후 (After)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486400" cy="141732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017520"/>
            <a:ext cx="521208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시스템이 BOM + 수주 + 납품 + 공제 내역을 자동 계산.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외주처/생산관리/구매 3자가 순차 컨펌만 하면 정산 완료.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거래명세표 업로드 없이는 정산 단계 진입 불가 → 누락 원천 차단.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공제 내역은 품질/재생산 이벤트와 자동 연결 (품질/구매팀 컨펌 로그 보존).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개발팀이 구현해야 할 기능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7589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7433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1947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(10)/(11) 발주·정산·공제 자동 계산 엔진 — BOM 기반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943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3951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공제 로직: 재생산 사유 · 품질 귀책 · 수량 차이 케이스 분기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144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5955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3자 컨펌 워크플로우 (외주처 → 생관 → 구매) 및 변경이력 감사 로그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93445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7959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업로드 게이트: 미등록 시 정산 단계 블록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62544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199632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완료 건의 월간/건별 대시보드 — 누락 모니터링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5262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시 반드시 체크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4828032"/>
            <a:ext cx="347472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91947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발주/정산/공제 로직은 실무 확인 후 스펙 확정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528523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귀책 판단 주체(품질팀) 인풋 표준화 필요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56509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ERP와의 이중 입력 방지 — 단일 소스 오브 트루스 정의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601675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</a:t>
            </a: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포맷/시점 정의 (외주 직납 케이스 포함)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· 보조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바깥에서도 반드시 함께 챙겨야 할 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00" cy="914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 메인터넌스 사이클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9377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소재 금형의 메인터넌스를 관리. 사이클이 다가오면 외주처 · 생산관리 · 금형관리팀에 동시 노티. 사이클 전이라도 문제 발생 시 신청 가능.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마스터에 금형 샷 수 · 메인터넌스 사이클 관리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· 승인 · 완료 상태 머신 포함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신청 → 생산관리 경유 → 금형관리팀 처리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08760"/>
            <a:ext cx="5486400" cy="9144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노티 권한 · 채널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9377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커뮤니케이션 채널(이메일/카톡/인앱) 확정 후, 팀·담당 업무별로 연관된 건만 수신. “내 일만 나에게”가 원칙.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팀/역할별 구독 매핑 테이블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에스컬레이션 규칙 (미처리 N시간 → 상위 노티)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읽음/처리 기록 로깅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54864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마스터 정비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49377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모듈이 SKU 마스터 · ERP 수주 데이터에 의존. 프로젝트 착수 전 데이터 클렌징이 필수 작업.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39496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SKU별 외주처 · 공정 맵핑 정합성 검증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폐기/단종 SKU 정리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관리 · 권한 분리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023360"/>
            <a:ext cx="5486400" cy="91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062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 에러 제거 우선순위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663440"/>
            <a:ext cx="49377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딜로이트 분석 결과 “수기 엑셀 → 카톡 → ERP 재입력” 구간이 가장 큰 공수·에러 소스. 자동화 KPI의 첫 번째 과녁.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5394960"/>
            <a:ext cx="48463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엑셀 전달 구간 전면 제거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 기반 요청 → 시스템 요청으로 치환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수기 입력 자동화 — 양방향 동기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로드맵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순서로 만드는 걸 추천합니다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743200" cy="39319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743200" cy="54864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기반 정비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· ~4주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3108960"/>
            <a:ext cx="1463040" cy="0"/>
          </a:xfrm>
          <a:prstGeom prst="line">
            <a:avLst/>
          </a:prstGeom>
          <a:noFill/>
          <a:ln w="12700">
            <a:solidFill>
              <a:srgbClr val="0F2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91840"/>
            <a:ext cx="22402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 클렌징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 스펙 확정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권한/노티 매핑 테이블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600200"/>
            <a:ext cx="2743200" cy="39319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600200"/>
            <a:ext cx="2743200" cy="54864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· 2 MVP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· 8~10주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3108960"/>
            <a:ext cx="1463040" cy="0"/>
          </a:xfrm>
          <a:prstGeom prst="line">
            <a:avLst/>
          </a:prstGeom>
          <a:noFill/>
          <a:ln w="12700">
            <a:solidFill>
              <a:srgbClr val="1E42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291840"/>
            <a:ext cx="22402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예측(배치)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 자동 발주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확정 계획 · 임박 컨펌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2743200" cy="39319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600200"/>
            <a:ext cx="27432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 · 4 MVP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· 6~8주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108960"/>
            <a:ext cx="14630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291840"/>
            <a:ext cx="22402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슬롯 5종 생성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ODM 예약 노티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기반 자동 정산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1600200"/>
            <a:ext cx="2743200" cy="3931920"/>
          </a:xfrm>
          <a:prstGeom prst="rect">
            <a:avLst/>
          </a:prstGeom>
          <a:solidFill>
            <a:srgbClr val="F5F8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1600200"/>
            <a:ext cx="274320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16916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0" y="22860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26880" y="27432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· ~지속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84080" y="3108960"/>
            <a:ext cx="1463040" cy="0"/>
          </a:xfrm>
          <a:prstGeom prst="line">
            <a:avLst/>
          </a:prstGeom>
          <a:noFill/>
          <a:ln w="12700">
            <a:solidFill>
              <a:srgbClr val="F4B9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3291840"/>
            <a:ext cx="22402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기반 납기 예측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 메인터넌스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KPI 추적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66928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7607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 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“단일 데이터 소스 → 수기 입력 제거 → 팀 간 노티 자동화”. 초기엔 실시간 피딩/ML을 배제하고 배치+룰 기반으로 빠르게 MVP를 확보, 이후 데이터 축적 뒤 고도화한다.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답이 필요한 질문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확정 전 실무진에게 확인해야 할 것들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233172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 — 납기 예측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200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CAPA 피딩 없이 배치 주기는 어느 정도로 돌릴 것인가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 클렌징 책임 부서/기간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기입 권한 (외주관리팀 신설 시나리오)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50876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1508760"/>
            <a:ext cx="91440" cy="233172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645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2 — 생산 계획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148840"/>
            <a:ext cx="3200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납기일 세팅 로직(현재는 무엇을 보고 정하는지)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공정별로 몇 일 전 컨펌 요청을 보낼지 기준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 “독단 판정” 재발 방지 장치 수준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50876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508760"/>
            <a:ext cx="91440" cy="2331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645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3 — 물류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5904" y="2148840"/>
            <a:ext cx="3200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 PDA 활용 가능 여부 (대부분 불가로 추정)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ODM 창고 미예약 건이 월 몇 건, 평균 몇 일 지연되는지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반제품 3일 내 출고 미진행 기준의 예외 케이스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91440" cy="2331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605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4 — 구매/정산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3200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재생산 공제 로직 상세 (품질/구매)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거래명세표 제출 시점 · 포맷 표준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외주처→ODM 직납 시 정산 경로/권한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402336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4023360"/>
            <a:ext cx="91440" cy="2331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41605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 · 데이터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53712" y="4663440"/>
            <a:ext cx="32004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창신 입고 시 불량/수량 부족 ERP 미입력 건, 정확한 흐름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 샷 수 현재 관리 위치 · 계측 방법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 협력업체 인터뷰 어레인지 (규모 · 관계 우호도 기준)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62940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629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일 · 이 문서의 쓰임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4206240"/>
          </a:xfrm>
          <a:prstGeom prst="rect">
            <a:avLst/>
          </a:prstGeom>
          <a:solidFill>
            <a:srgbClr val="1E4270"/>
          </a:solidFill>
          <a:ln w="12700">
            <a:solidFill>
              <a:srgbClr val="1E42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문서의 쓰임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21208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비개발 이해관계자가 30초 안에 AX-2를 설명할 수 있게 함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모듈의 경계와 책임을 개발팀 내부에서 같은 그림으로 공유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확정 전 답이 필요한 질문 리스트를 실무진 미팅 어젠다로 활용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로드맵에 따른 백로그 초안 작성의 기준점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486400" cy="4206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7452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액션 (1~2주)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411480" cy="41148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377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33172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딜로이트 인터뷰 답변 취합 · 질문 리스트 실무진 확인 미팅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3017520"/>
            <a:ext cx="411480" cy="41148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297180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마스터 데이터 정합성 점검 계획 수립 (기간/책임부서)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657600"/>
            <a:ext cx="411480" cy="41148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36118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1, 2 MVP 유저 스토리 워크숍 — 생산관리팀 참여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4297680"/>
            <a:ext cx="411480" cy="41148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297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25196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 규격 · 권한 매핑 초안 (DB팀 · 보안팀)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937760"/>
            <a:ext cx="411480" cy="411480"/>
          </a:xfrm>
          <a:prstGeom prst="ellipse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937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489204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외주 협력업체 1~2곳 인터뷰 세팅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AX-2 지능형 스케줄러 · 개발팀 재정의 문서 · v1.0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2A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8179</Words>
  <Application>WPS Sheets</Application>
  <PresentationFormat>On-screen Show (16:9)</PresentationFormat>
  <Paragraphs>654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Malgun Gothic</vt:lpstr>
      <vt:lpstr>Apple SD Gothic Neo</vt:lpstr>
      <vt:lpstr>Malgun Gothic</vt:lpstr>
      <vt:lpstr>Malgun Gothic</vt:lpstr>
      <vt:lpstr>Calibri</vt:lpstr>
      <vt:lpstr>Helvetica Neue</vt:lpstr>
      <vt:lpstr>Microsoft YaHei</vt:lpstr>
      <vt:lpstr>汉仪旗黑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AX-2 지능형 스케줄러 — 쉬운 설명서</dc:title>
  <dc:creator>창신 프로젝트</dc:creator>
  <dc:subject>PptxGenJS Presentation</dc:subject>
  <cp:lastModifiedBy>yoohakseon</cp:lastModifiedBy>
  <cp:revision>2</cp:revision>
  <dcterms:created xsi:type="dcterms:W3CDTF">2026-04-23T10:01:45Z</dcterms:created>
  <dcterms:modified xsi:type="dcterms:W3CDTF">2026-04-23T10:01:45Z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CA599710FDB6FF4309EEE9694AEFA94A_43</vt:lpwstr>
  </property>
  <property fmtid="{D5CDD505-2E9C-101B-9397-08002B2CF9AE}" pid="3" name="KSOProductBuildVer">
    <vt:lpwstr>1033-12.1.23155.23155</vt:lpwstr>
  </property>
</Properties>
</file>